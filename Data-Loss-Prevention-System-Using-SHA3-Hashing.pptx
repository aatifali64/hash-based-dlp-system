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4630400" cy="8229600"/>
  <p:notesSz cx="8229600" cy="14630400"/>
  <p:embeddedFontLst>
    <p:embeddedFont>
      <p:font typeface="Libre Baskerville"/>
      <p:regular r:id="rId20"/>
    </p:embeddedFont>
    <p:embeddedFont>
      <p:font typeface="Libre Baskerville"/>
      <p:regular r:id="rId21"/>
    </p:embeddedFont>
    <p:embeddedFont>
      <p:font typeface="Libre Baskerville"/>
      <p:regular r:id="rId22"/>
    </p:embeddedFont>
    <p:embeddedFont>
      <p:font typeface="Libre Baskerville"/>
      <p:regular r:id="rId23"/>
    </p:embeddedFont>
    <p:embeddedFont>
      <p:font typeface="Open Sans"/>
      <p:regular r:id="rId24"/>
    </p:embeddedFont>
    <p:embeddedFont>
      <p:font typeface="Open Sans"/>
      <p:regular r:id="rId25"/>
    </p:embeddedFont>
    <p:embeddedFont>
      <p:font typeface="Open Sans"/>
      <p:regular r:id="rId26"/>
    </p:embeddedFont>
    <p:embeddedFont>
      <p:font typeface="Open Sans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900595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Enterprise Data Loss Prevention System Using SHA3 Hashing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36709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Team: Furqan Haider,Aatif Ali Khan,Heba Hammad,Syed Ali Shah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98514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Course: Information Security    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60320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Quick demo: core design, detection methods, and a short live simulation.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1963103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Problem: Data leakage in organizations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6280190" y="3437215"/>
            <a:ext cx="75564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Sensitive files leave the network accidentally or maliciously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Insiders and compromised endpoints create high risk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DLP struggles with obfuscated/edited files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4939665"/>
            <a:ext cx="7556421" cy="1326713"/>
          </a:xfrm>
          <a:prstGeom prst="roundRect">
            <a:avLst>
              <a:gd name="adj" fmla="val 2565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004" y="5291376"/>
            <a:ext cx="283488" cy="2268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17306" y="5223153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Speaker note: Explain common leakage sources —email, cloud sync, and careless sharing.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246590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objective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3153728"/>
            <a:ext cx="75564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 and prevent sensitive data leakage using SHA3-256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 exact hashing with fuzzy matching to catch edits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admin tools, logs, and simulated leak testing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4656177"/>
            <a:ext cx="7556421" cy="1326713"/>
          </a:xfrm>
          <a:prstGeom prst="roundRect">
            <a:avLst>
              <a:gd name="adj" fmla="val 2565"/>
            </a:avLst>
          </a:prstGeom>
          <a:solidFill>
            <a:srgbClr val="C3C2F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04" y="5007888"/>
            <a:ext cx="283488" cy="2268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30906" y="4939665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Speaker note: State the goal: high accuracy, low false positives, and practical demo readiness.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246590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overview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3153728"/>
            <a:ext cx="75564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User-facing web app (Flask) for upload and scanning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DLP engine: hashing + fuzzy similarity checks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 dashboard to register sensitive data and review logs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4656177"/>
            <a:ext cx="7556421" cy="1326713"/>
          </a:xfrm>
          <a:prstGeom prst="roundRect">
            <a:avLst>
              <a:gd name="adj" fmla="val 2565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04" y="5007888"/>
            <a:ext cx="283488" cy="2268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30906" y="4939665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Speaker note: Walk through a typical interaction: admin registers data → users upload → system evaluates.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198370"/>
            <a:ext cx="503360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File / Folder structure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310550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Project layout (concise): app.py, dlp_engine/, static/, templates/, db.sqlite   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08646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4704517"/>
            <a:ext cx="7556421" cy="1326713"/>
          </a:xfrm>
          <a:prstGeom prst="roundRect">
            <a:avLst>
              <a:gd name="adj" fmla="val 2565"/>
            </a:avLst>
          </a:prstGeom>
          <a:solidFill>
            <a:srgbClr val="C3C2F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04" y="5056227"/>
            <a:ext cx="283488" cy="2268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30906" y="4988004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Speaker note: Describe where key modules live: hashing, similarity, database access, and web routes.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012156"/>
            <a:ext cx="4205168" cy="4205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59981" y="184689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Technology stack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5559981" y="2640687"/>
            <a:ext cx="8284131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Backend: Python + Flask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DB: SQLite for lightweight storage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Frontend: HTML, CSS, JavaScript, Bootstrap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Crypto: SHA3-256 for exact matching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Fuzzy: SimHash with similarity threshold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5559981" y="5027533"/>
            <a:ext cx="8284131" cy="1326713"/>
          </a:xfrm>
          <a:prstGeom prst="roundRect">
            <a:avLst>
              <a:gd name="adj" fmla="val 2565"/>
            </a:avLst>
          </a:prstGeom>
          <a:solidFill>
            <a:srgbClr val="C3C2F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795" y="5379244"/>
            <a:ext cx="28348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97097" y="5311021"/>
            <a:ext cx="732020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Speaker note: Mention why SHA3-256 (collision resistance) and why SimHash for fuzzy detection.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8514" y="526137"/>
            <a:ext cx="7933253" cy="61207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3199" y="3084541"/>
            <a:ext cx="1383606" cy="94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Architecture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7974308" y="5168738"/>
            <a:ext cx="2058360" cy="316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Flask backend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974308" y="5575102"/>
            <a:ext cx="2058360" cy="43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Routes upload, register, scan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3677255" y="3143949"/>
            <a:ext cx="2103355" cy="316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SQLite database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3677255" y="3550313"/>
            <a:ext cx="2103355" cy="43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Store scan results and logs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4543415" y="5168738"/>
            <a:ext cx="2058360" cy="316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DLP engine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4543415" y="5575102"/>
            <a:ext cx="2058360" cy="43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Hash and simhash evaluation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829219" y="3132700"/>
            <a:ext cx="2103355" cy="316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Admin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8829219" y="3539064"/>
            <a:ext cx="2103355" cy="43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Register users and view logs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208242" y="1023544"/>
            <a:ext cx="2114605" cy="316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Users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6208242" y="1429908"/>
            <a:ext cx="2114605" cy="43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Upload content to backend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690568" y="6778704"/>
            <a:ext cx="11249144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Components: User, Admin, Flask backend, DLP engine (hash + simhash), SQLite   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690568" y="7134582"/>
            <a:ext cx="11249144" cy="568762"/>
          </a:xfrm>
          <a:prstGeom prst="roundRect">
            <a:avLst>
              <a:gd name="adj" fmla="val 4300"/>
            </a:avLst>
          </a:prstGeom>
          <a:solidFill>
            <a:srgbClr val="B6D6FC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565" y="7370921"/>
            <a:ext cx="203716" cy="16299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220278" y="7292459"/>
            <a:ext cx="10556438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Speaker note: Explain data flow: uploads to backend → DLP engine evaluates → decision returned and logged.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963103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Cryptographic core — SHA3-256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3437215"/>
            <a:ext cx="75564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Exact-match detection via SHA3-256 digest of file content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Store digest in database for registered sensitive files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 byte-wise comparison for precise matches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4939665"/>
            <a:ext cx="7556421" cy="1326713"/>
          </a:xfrm>
          <a:prstGeom prst="roundRect">
            <a:avLst>
              <a:gd name="adj" fmla="val 2565"/>
            </a:avLst>
          </a:prstGeom>
          <a:solidFill>
            <a:srgbClr val="C3C2F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04" y="5291376"/>
            <a:ext cx="283488" cy="2268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30906" y="5223153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Speaker note: Emphasize properties: preimage resistance and suitability for file fingerprinting.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1963103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Fuzzy detection — SimHash (≈70%)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6280190" y="3437215"/>
            <a:ext cx="75564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Compute SimHash fingerprint from file text/features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 hamming distance → convert to similarity score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Threshold: 70% similarity flags potential leakage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4939665"/>
            <a:ext cx="7556421" cy="1326713"/>
          </a:xfrm>
          <a:prstGeom prst="roundRect">
            <a:avLst>
              <a:gd name="adj" fmla="val 2565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004" y="5291376"/>
            <a:ext cx="283488" cy="2268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17306" y="5223153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Speaker note: Explain SimHash basics and trade-offs: catches edited/obfuscated content but can yield false positives.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1633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Main features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910126"/>
            <a:ext cx="62447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Login / Signup (user authentication)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 panel: register sensitive data &amp; manage policies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Register sensitive data (upload canonical files)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Simulate leak &amp; send email alerts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 logs and detection history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9521" y="1790105"/>
            <a:ext cx="655677" cy="8195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38686" y="1790105"/>
            <a:ext cx="20414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Admin panel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538686" y="2371249"/>
            <a:ext cx="204144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Manage registered files and view logs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620" y="1790105"/>
            <a:ext cx="655677" cy="8195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02785" y="1790105"/>
            <a:ext cx="20414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Register data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1802785" y="2371249"/>
            <a:ext cx="204144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Upload canonical files to generate SHA3 &amp; SimHash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3913584"/>
            <a:ext cx="655677" cy="81950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38686" y="3913584"/>
            <a:ext cx="20414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Simulate leak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8538686" y="4494728"/>
            <a:ext cx="204144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 detection and email notifications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793790" y="5730835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C3C2F0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6082546"/>
            <a:ext cx="283488" cy="22681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30906" y="6014323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Speaker note: Point to each screenshot placeholder and explain typical admin actions.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64186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Limitations &amp; Resolutions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2626400"/>
            <a:ext cx="350150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Fuzzy Hashing Limitations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6280190" y="3703796"/>
            <a:ext cx="3501509" cy="153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False positives from similar benign files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Computational overhead with large datasets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43877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342721" y="262640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Our Solutions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10342721" y="3278505"/>
            <a:ext cx="3501509" cy="1893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Optimized SimHash implementation for performance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Adaptive thresholds based on content type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6260902"/>
            <a:ext cx="7556421" cy="1326713"/>
          </a:xfrm>
          <a:prstGeom prst="roundRect">
            <a:avLst>
              <a:gd name="adj" fmla="val 2565"/>
            </a:avLst>
          </a:prstGeom>
          <a:solidFill>
            <a:srgbClr val="C3C2F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004" y="6612612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17306" y="6544389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Speaker note: Discuss the trade-offs of fuzzy matching and how we mitigated them to ensure accuracy and efficiency.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0473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2096333"/>
            <a:ext cx="7556421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Successfully implemented SHA3-256 exact matching and SimHash fuzzy detection for comprehensive data loss prevention.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Multi-layer validation reduces false positives while maintaining high detection accuracy.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provides practical admin tools and audit capabilities for enterprise security.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Future enhancements could include machine learning for adaptive detection and integration with SIEM platforms.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5492591"/>
            <a:ext cx="7556421" cy="1689616"/>
          </a:xfrm>
          <a:prstGeom prst="roundRect">
            <a:avLst>
              <a:gd name="adj" fmla="val 2014"/>
            </a:avLst>
          </a:prstGeom>
          <a:solidFill>
            <a:srgbClr val="C3C2F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04" y="5844302"/>
            <a:ext cx="283488" cy="2268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30906" y="5776079"/>
            <a:ext cx="659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Speaker note: Summarize the project's impact, reiterate its value for enterprise security, and briefly touch on the exciting possibilities for future development.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636752"/>
            <a:ext cx="13042821" cy="425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700"/>
              </a:lnSpc>
              <a:buNone/>
            </a:pPr>
            <a:r>
              <a:rPr lang="en-US" sz="13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Any Questions?</a:t>
            </a:r>
            <a:endParaRPr lang="en-US" sz="13350" dirty="0"/>
          </a:p>
        </p:txBody>
      </p:sp>
      <p:sp>
        <p:nvSpPr>
          <p:cNvPr id="5" name="Text 2"/>
          <p:cNvSpPr/>
          <p:nvPr/>
        </p:nvSpPr>
        <p:spPr>
          <a:xfrm>
            <a:off x="793790" y="62298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Please feel free to ask any questions you may have.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2026-05-02T05:21:19Z</dcterms:created>
  <dcterms:modified xsi:type="dcterms:W3CDTF">2026-05-02T05:21:19Z</dcterms:modified>
</cp:coreProperties>
</file>